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83D2-EBE5-4790-9A5A-4D000E34D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A3407-E07F-4E05-B448-31874A174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389AC-4837-499F-8832-4A7CA13F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845AA-8DE9-43C3-ACC8-F32F5F2A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7A3A-D07A-456D-A184-AFFA63C6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2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BB24-075A-4472-B0F7-4F9E5C79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BE83-32EA-4BAA-8D35-712556192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89C27-D2FC-4AD4-A86C-E4765185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FD9D8-9B55-4C8C-BC6B-C482765E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A7C4D-633B-46A4-9FB0-CB074495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814E-E36D-49C9-96AC-012195E4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600A1-78CE-42B0-B758-80830D605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DE651-284A-468D-8610-A6B169D8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9E28B-6902-424F-BC0D-8B993AC9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2F55-D9F5-4200-83B0-E349BED5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0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AD7F-E5EE-48BF-A7D6-3F4691DE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08C9-10F1-4363-9B1A-F3A8C6F63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73F2F-8FFB-4A7B-B529-B80542389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D378E-0E41-4BDA-87CD-2B939CDED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DC666-A6BA-4C25-A370-3162604D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A55C9-2876-46E5-934C-AD787FD0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8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A22-B7B1-4913-9797-C3D1948E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32E0-4607-488F-9350-DD441FF1C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D79BC-1525-4E37-A0E8-ACD8565BA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F70FB-9B09-4DDB-8ADD-A10536695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97247-6167-40DC-9BA1-06D8B3ADB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5230A-20DF-4304-B561-D9C4775DB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62566-793B-496C-8DC2-6FE4AF9F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C9FD8-3ABB-498F-8ABE-665F5A38F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1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01E7E-1D2E-4712-A7B3-B7A103CA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AEC45-D77A-44F9-95E0-708EF4A2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44AA7-FE5D-425E-84DB-1A4E349F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F9EE6-C233-415E-A84E-1D2BFE3A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0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69535-7D12-46CC-A354-2E764B7F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8D60F-2D37-4792-9A89-393E8BAC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3F721-2665-43B1-820B-1E2753FC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2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6D34-D42D-4978-8F4E-02C1C111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CD009-E40A-4F0B-97FC-0F0B52DE1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8F6D0-9504-4D8B-82C7-E872AEBC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44791-1F89-4883-8C93-E1E5ECF9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7E4A3-D5F9-42DA-BB42-49BB91E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76000-2B40-460C-A8C9-E86E13F1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2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DA9C-5119-4B59-9A45-E5454FDF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E7684-8D02-4D39-9E5A-143B3F045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7C869-8250-429C-AE43-AD944527A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0FAED-F33B-439F-BF4B-13445076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54CEA-06BF-4391-9E3A-AD6F4C36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B1686-A274-4D5D-B29D-25B157A3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4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36A5-70AA-4FFE-BB46-B964B5E0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B043F-5087-4008-8EAB-36C5DD7B3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D857E-43A1-4023-B255-07C5A0A6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7D9E4-6B03-4ABC-8EA5-04AB497F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6D903-B98E-4B03-A050-C387A389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1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EA60B-277F-41DF-B396-DC6D0CAC0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80B42-E4AE-4B93-A7C7-5FFFE0E65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89E55-7932-4C3C-85E2-3FAB18E8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F0FAB-6E62-4A4A-9B81-B8E9D25C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52F3A-095A-46A1-8EC1-A356B558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F3ABB-1BA4-4EB5-91AE-A3B7D3DB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DB54-181E-49F2-A09F-6B666C9F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00C3F-AB72-47C6-84F0-F3A0DC58C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E3554-4E05-4D59-98C2-CBD78AE547FF}" type="datetimeFigureOut">
              <a:rPr lang="en-US" smtClean="0"/>
              <a:t>2025-06-22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2744-EC9C-482B-BB46-516E26E76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63273-41C2-4D89-AA0D-E97A07CA5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79E20-B530-4BF1-9DCD-07B065F5C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0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099C-C840-4275-8F31-03205D6A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123" y="347197"/>
            <a:ext cx="4253753" cy="513416"/>
          </a:xfrm>
        </p:spPr>
        <p:txBody>
          <a:bodyPr>
            <a:normAutofit fontScale="90000"/>
          </a:bodyPr>
          <a:lstStyle/>
          <a:p>
            <a:pPr algn="ctr"/>
            <a:r>
              <a:rPr lang="vi-VN" sz="2000" b="1" dirty="0"/>
              <a:t>MÔ HÌNH TỔNG QUAN HỆ THỐNG</a:t>
            </a:r>
            <a:endParaRPr lang="en-US" sz="2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DBD063-572B-4FB3-BD27-27404E2CE1B2}"/>
              </a:ext>
            </a:extLst>
          </p:cNvPr>
          <p:cNvSpPr/>
          <p:nvPr/>
        </p:nvSpPr>
        <p:spPr>
          <a:xfrm>
            <a:off x="4535019" y="860613"/>
            <a:ext cx="3121959" cy="6006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Hệ thống quản lý khách sạn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7507F7-A204-493C-AC21-BCEAA365B95F}"/>
              </a:ext>
            </a:extLst>
          </p:cNvPr>
          <p:cNvSpPr/>
          <p:nvPr/>
        </p:nvSpPr>
        <p:spPr>
          <a:xfrm>
            <a:off x="2349870" y="2124635"/>
            <a:ext cx="1532965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Quản lý phòng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D28745-C4FA-4E7B-A504-D30A8D892FFD}"/>
              </a:ext>
            </a:extLst>
          </p:cNvPr>
          <p:cNvSpPr/>
          <p:nvPr/>
        </p:nvSpPr>
        <p:spPr>
          <a:xfrm>
            <a:off x="5329515" y="2124635"/>
            <a:ext cx="1532965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Quản lý đặt phòng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F315C5-533F-45D0-8C0C-2D6CB5EA3D25}"/>
              </a:ext>
            </a:extLst>
          </p:cNvPr>
          <p:cNvSpPr/>
          <p:nvPr/>
        </p:nvSpPr>
        <p:spPr>
          <a:xfrm>
            <a:off x="8222876" y="2124635"/>
            <a:ext cx="1532965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Quản lý khách hàng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8A2EED-ECE1-4D5C-A7C6-81EE8F34F556}"/>
              </a:ext>
            </a:extLst>
          </p:cNvPr>
          <p:cNvSpPr/>
          <p:nvPr/>
        </p:nvSpPr>
        <p:spPr>
          <a:xfrm>
            <a:off x="2349870" y="3962400"/>
            <a:ext cx="1619249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Module quản lý phòng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C2250A-97A7-4DB9-BF18-B8BFB8D1407E}"/>
              </a:ext>
            </a:extLst>
          </p:cNvPr>
          <p:cNvSpPr/>
          <p:nvPr/>
        </p:nvSpPr>
        <p:spPr>
          <a:xfrm>
            <a:off x="5329515" y="3962400"/>
            <a:ext cx="1532965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Module đặt phòng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E747B1-6D8D-4ECC-AF0D-247ED27EB78B}"/>
              </a:ext>
            </a:extLst>
          </p:cNvPr>
          <p:cNvSpPr/>
          <p:nvPr/>
        </p:nvSpPr>
        <p:spPr>
          <a:xfrm>
            <a:off x="8222876" y="3962400"/>
            <a:ext cx="1701053" cy="7709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Module quản lý khách hàng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2D74A3-7178-4D04-AD53-357F47CAD9A9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6095998" y="1461249"/>
            <a:ext cx="1" cy="663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D9EE7B-D23A-4588-B040-C5451FED67D3}"/>
              </a:ext>
            </a:extLst>
          </p:cNvPr>
          <p:cNvCxnSpPr>
            <a:cxnSpLocks/>
          </p:cNvCxnSpPr>
          <p:nvPr/>
        </p:nvCxnSpPr>
        <p:spPr>
          <a:xfrm>
            <a:off x="3155576" y="1748117"/>
            <a:ext cx="58337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53B6B3-9256-44C9-8D63-4CAE4D11FC63}"/>
              </a:ext>
            </a:extLst>
          </p:cNvPr>
          <p:cNvCxnSpPr>
            <a:cxnSpLocks/>
          </p:cNvCxnSpPr>
          <p:nvPr/>
        </p:nvCxnSpPr>
        <p:spPr>
          <a:xfrm>
            <a:off x="3155576" y="1748117"/>
            <a:ext cx="0" cy="37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770766-6EF3-400C-9C17-3269C925D57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989359" y="1748117"/>
            <a:ext cx="0" cy="376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999C68-9E71-4B1B-9F49-9639EEF12DE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116353" y="2895600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AAF011-D69F-4066-9A31-55FE26CE5D12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6095998" y="2895600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02C142-03B1-4C9E-B1CC-C9F139E0775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8989359" y="2895600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27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MÔ HÌNH TỔNG QUAN HỆ THỐNG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MÔ HÌNH TỔNG QUAN HỆ THỐNG</dc:title>
  <dc:creator>hiếu</dc:creator>
  <cp:lastModifiedBy>hiếu</cp:lastModifiedBy>
  <cp:revision>1</cp:revision>
  <dcterms:created xsi:type="dcterms:W3CDTF">2025-06-21T17:02:08Z</dcterms:created>
  <dcterms:modified xsi:type="dcterms:W3CDTF">2025-06-21T17:17:00Z</dcterms:modified>
</cp:coreProperties>
</file>